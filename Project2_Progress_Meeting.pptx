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25603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Key Fob App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4023360"/>
            <a:ext cx="1828800" cy="0"/>
          </a:xfrm>
          <a:prstGeom prst="line">
            <a:avLst/>
          </a:prstGeom>
          <a:noFill/>
          <a:ln w="38100">
            <a:solidFill>
              <a:srgbClr val="FFB8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Meeting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Alfatin  ·  CSCI 2680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car key fob on your desktop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371600" cy="0"/>
          </a:xfrm>
          <a:prstGeom prst="line">
            <a:avLst/>
          </a:prstGeom>
          <a:noFill/>
          <a:ln w="38100">
            <a:solidFill>
              <a:srgbClr val="FFB8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build a GUI app that works like a real car key fob. On the left side is a drawing of the car. On the right side is the fob with buttons. Pressing a button changes the car — locks the doors, pops the trunk, starts the engine, etc.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828800"/>
            <a:ext cx="5029200" cy="4297680"/>
          </a:xfrm>
          <a:prstGeom prst="rect">
            <a:avLst/>
          </a:prstGeom>
          <a:solidFill>
            <a:srgbClr val="1A1F2B"/>
          </a:solidFill>
          <a:ln w="25400">
            <a:solidFill>
              <a:srgbClr val="2A2F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Key Fob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20840" y="2286000"/>
            <a:ext cx="2880360" cy="3657600"/>
          </a:xfrm>
          <a:prstGeom prst="rect">
            <a:avLst/>
          </a:prstGeom>
          <a:solidFill>
            <a:srgbClr val="0F1218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56932" y="3383280"/>
            <a:ext cx="1383030" cy="822960"/>
          </a:xfrm>
          <a:prstGeom prst="roundRect">
            <a:avLst>
              <a:gd name="adj" fmla="val 8889"/>
            </a:avLst>
          </a:prstGeom>
          <a:solidFill>
            <a:srgbClr val="C0C0C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04888" y="4078224"/>
            <a:ext cx="2112264" cy="731520"/>
          </a:xfrm>
          <a:prstGeom prst="roundRect">
            <a:avLst>
              <a:gd name="adj" fmla="val 10000"/>
            </a:avLst>
          </a:prstGeom>
          <a:solidFill>
            <a:srgbClr val="C0C0C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57516" y="3429000"/>
            <a:ext cx="553212" cy="585216"/>
          </a:xfrm>
          <a:prstGeom prst="rect">
            <a:avLst/>
          </a:prstGeom>
          <a:solidFill>
            <a:srgbClr val="8FC9FF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11312" y="3429000"/>
            <a:ext cx="553212" cy="585216"/>
          </a:xfrm>
          <a:prstGeom prst="rect">
            <a:avLst/>
          </a:prstGeom>
          <a:solidFill>
            <a:srgbClr val="8FC9FF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55764" y="4718304"/>
            <a:ext cx="402336" cy="40233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14232" y="4718304"/>
            <a:ext cx="402336" cy="40233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2377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9C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92640" y="2286000"/>
            <a:ext cx="1760220" cy="3657600"/>
          </a:xfrm>
          <a:prstGeom prst="roundRect">
            <a:avLst>
              <a:gd name="adj" fmla="val 5195"/>
            </a:avLst>
          </a:prstGeom>
          <a:solidFill>
            <a:srgbClr val="0F1218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0" y="2377440"/>
            <a:ext cx="1760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829800" y="2734056"/>
            <a:ext cx="1485900" cy="457200"/>
          </a:xfrm>
          <a:prstGeom prst="roundRect">
            <a:avLst>
              <a:gd name="adj" fmla="val 16000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29800" y="2734056"/>
            <a:ext cx="148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829800" y="3282696"/>
            <a:ext cx="1485900" cy="457200"/>
          </a:xfrm>
          <a:prstGeom prst="roundRect">
            <a:avLst>
              <a:gd name="adj" fmla="val 16000"/>
            </a:avLst>
          </a:prstGeom>
          <a:solidFill>
            <a:srgbClr val="29CC74"/>
          </a:solidFill>
          <a:ln w="12700">
            <a:solidFill>
              <a:srgbClr val="29CC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29800" y="3282696"/>
            <a:ext cx="148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829800" y="3831336"/>
            <a:ext cx="1485900" cy="457200"/>
          </a:xfrm>
          <a:prstGeom prst="roundRect">
            <a:avLst>
              <a:gd name="adj" fmla="val 16000"/>
            </a:avLst>
          </a:prstGeom>
          <a:solidFill>
            <a:srgbClr val="5E4BD5"/>
          </a:solidFill>
          <a:ln w="12700">
            <a:solidFill>
              <a:srgbClr val="5E4B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29800" y="3831336"/>
            <a:ext cx="148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829800" y="4379976"/>
            <a:ext cx="1485900" cy="457200"/>
          </a:xfrm>
          <a:prstGeom prst="roundRect">
            <a:avLst>
              <a:gd name="adj" fmla="val 16000"/>
            </a:avLst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29800" y="4379976"/>
            <a:ext cx="148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829800" y="4928616"/>
            <a:ext cx="148590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29800" y="4928616"/>
            <a:ext cx="148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829800" y="5532120"/>
            <a:ext cx="14859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9829800" y="5715000"/>
            <a:ext cx="1485900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48088" y="5733288"/>
            <a:ext cx="1159459" cy="73152"/>
          </a:xfrm>
          <a:prstGeom prst="rect">
            <a:avLst/>
          </a:prstGeom>
          <a:solidFill>
            <a:srgbClr val="29CC74"/>
          </a:solidFill>
          <a:ln w="12700">
            <a:solidFill>
              <a:srgbClr val="29CC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6172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sketch of the main window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will do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features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371600" cy="0"/>
          </a:xfrm>
          <a:prstGeom prst="line">
            <a:avLst/>
          </a:prstGeom>
          <a:noFill/>
          <a:ln w="38100">
            <a:solidFill>
              <a:srgbClr val="FFB8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57400"/>
            <a:ext cx="292608" cy="29260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fob buttons — Lock, Unlock, Trunk, Remote Start, Panic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292608" cy="29260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514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cars — add, remove, and switch between vehicles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292608" cy="29260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63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0175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required for Remote Start and Panic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292608" cy="29260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520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 battery drains with use; warning when low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069080"/>
            <a:ext cx="292608" cy="29260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023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saved to a CSV event log with a timestamp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292608" cy="29260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572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5262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in CSV + JSON so it survives closing the app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5074920"/>
            <a:ext cx="292608" cy="29260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5029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on all text fields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5577840"/>
            <a:ext cx="292608" cy="29260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5532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Python + PyQt6 with MVC file structure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the meeting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like feedback 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371600" cy="0"/>
          </a:xfrm>
          <a:prstGeom prst="line">
            <a:avLst/>
          </a:prstGeom>
          <a:noFill/>
          <a:ln w="38100">
            <a:solidFill>
              <a:srgbClr val="FFB8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10972800" cy="640080"/>
          </a:xfrm>
          <a:prstGeom prst="rect">
            <a:avLst/>
          </a:prstGeom>
          <a:solidFill>
            <a:srgbClr val="1A1F2B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03120"/>
            <a:ext cx="91440" cy="64008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feature list enough for Project 2, or do I need more?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10972800" cy="640080"/>
          </a:xfrm>
          <a:prstGeom prst="rect">
            <a:avLst/>
          </a:prstGeom>
          <a:solidFill>
            <a:srgbClr val="1A1F2B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26080"/>
            <a:ext cx="91440" cy="64008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26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 add sound effects (chirps / horn)?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10972800" cy="640080"/>
          </a:xfrm>
          <a:prstGeom prst="rect">
            <a:avLst/>
          </a:prstGeom>
          <a:solidFill>
            <a:srgbClr val="1A1F2B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749040"/>
            <a:ext cx="91440" cy="64008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49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 maintenance-reminder feature be worth adding?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972800" cy="640080"/>
          </a:xfrm>
          <a:prstGeom prst="rect">
            <a:avLst/>
          </a:prstGeom>
          <a:solidFill>
            <a:srgbClr val="1A1F2B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572000"/>
            <a:ext cx="91440" cy="64008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572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edge cases I should make sure to handle?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was used to help generate some boilerplate code — disclosed as required.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2 Progress Meeting</dc:title>
  <dc:subject>PptxGenJS Presentation</dc:subject>
  <dc:creator>Ali Alfatin</dc:creator>
  <cp:lastModifiedBy>Ali Alfatin</cp:lastModifiedBy>
  <cp:revision>1</cp:revision>
  <dcterms:created xsi:type="dcterms:W3CDTF">2026-05-03T02:24:54Z</dcterms:created>
  <dcterms:modified xsi:type="dcterms:W3CDTF">2026-05-03T02:24:54Z</dcterms:modified>
</cp:coreProperties>
</file>